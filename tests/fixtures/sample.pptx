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</c:v>
                </c:pt>
                <c:pt idx="1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verify the 14%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Transformative Excellence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It is important to note that the team utilizes weekly reviews.</a:t>
            </a:r>
          </a:p>
          <a:p>
            <a:pPr/>
            <a:r>
              <a:t>Cycle time fell from 9 days to 4 days.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/>
              <a:t>Strategic </a:t>
            </a:r>
            <a:r>
              <a:t>alignment for future growth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4114800"/>
          <a:ext cx="22860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</a:tblGrid>
              <a:tr h="548640">
                <a:tc>
                  <a:txBody>
                    <a:bodyPr/>
                    <a:lstStyle/>
                    <a:p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Decision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Maria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Launch 15 August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326880" y="4114800"/>
          <a:ext cx="256032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