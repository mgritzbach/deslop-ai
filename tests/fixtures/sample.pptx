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verify the 14%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Transformative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important to note that the team utilizes weekly reviews.</a:t>
            </a:r>
          </a:p>
          <a:p>
            <a:pPr/>
            <a:r>
              <a:t>Cycle time fell from 9 days to 4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Strategic </a:t>
            </a:r>
            <a:r>
              <a:t>alignment for future growth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4114800"/>
          <a:ext cx="228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</a:tblGrid>
              <a:tr h="54864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Launch 15 August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326880" y="4114800"/>
          <a:ext cx="256032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